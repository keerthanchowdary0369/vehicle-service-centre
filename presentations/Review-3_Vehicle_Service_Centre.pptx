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0" cy="73152"/>
          </a:xfrm>
          <a:prstGeom prst="rect">
            <a:avLst/>
          </a:prstGeom>
          <a:solidFill>
            <a:srgbClr val="A07A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122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Vehicle Service Centre DBMS  |  Review 3</a:t>
            </a:r>
            <a:endParaRPr lang="en-US" sz="8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2294A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7A3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89cfa03d00e924.lhr.life/" TargetMode="External"/><Relationship Id="rId1" Type="http://schemas.openxmlformats.org/officeDocument/2006/relationships/image" Target="../media/image-4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05840"/>
            <a:ext cx="64008" cy="292608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005840"/>
            <a:ext cx="4754880" cy="320040"/>
          </a:xfrm>
          <a:prstGeom prst="rect">
            <a:avLst/>
          </a:prstGeom>
          <a:solidFill>
            <a:srgbClr val="E3C5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2294A"/>
                </a:solidFill>
              </a:rPr>
              <a:t>REVIEW 3  |  FINAL DEMONSTRATION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Vehicle Service Centre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Management System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3E6"/>
                </a:solidFill>
              </a:rPr>
              <a:t>AutoCore VSC Website, Final Demonstration, Report &amp; Viva-Voce (Project 10)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20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C58A"/>
                </a:solidFill>
              </a:rPr>
              <a:t>G. Keerthan Chowdary  |  25WU0102076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Review 3 Deliverables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56816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956816" cy="54864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94A"/>
                </a:solidFill>
              </a:rPr>
              <a:t>AutoCore VSC Website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Web interface for the Vehicle Service Centre database: dashboard, customers, vehicles, bookings, job cards, inventory and billing.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1188720"/>
            <a:ext cx="1956816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608" y="1188720"/>
            <a:ext cx="1956816" cy="54864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463040"/>
            <a:ext cx="548640" cy="548640"/>
          </a:xfrm>
          <a:prstGeom prst="ellipse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6148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94A"/>
                </a:solidFill>
              </a:rPr>
              <a:t>Final Demonstration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27889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Walkthrough of the website pages, from the dashboard to billing, on the project sample data.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0016" y="1188720"/>
            <a:ext cx="1956816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0016" y="1188720"/>
            <a:ext cx="1956816" cy="54864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82896" y="1463040"/>
            <a:ext cx="548640" cy="548640"/>
          </a:xfrm>
          <a:prstGeom prst="ellipse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289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882896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94A"/>
                </a:solidFill>
              </a:rPr>
              <a:t>Project Report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82896" y="27889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Problem, ER and relational design, DDL, queries, implementation, results and conclusion.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21424" y="1188720"/>
            <a:ext cx="1956816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21424" y="1188720"/>
            <a:ext cx="1956816" cy="54864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4304" y="1463040"/>
            <a:ext cx="548640" cy="548640"/>
          </a:xfrm>
          <a:prstGeom prst="ellipse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0430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004304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94A"/>
                </a:solidFill>
              </a:rPr>
              <a:t>Viva-Voce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04304" y="27889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Questions on normalization, constraints, triggers, SQL and the working website.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Project Journey: Review 1 to Review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874520"/>
            <a:ext cx="640080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0200" y="1463040"/>
            <a:ext cx="822960" cy="822960"/>
          </a:xfrm>
          <a:prstGeom prst="ellipse">
            <a:avLst/>
          </a:prstGeom>
          <a:solidFill>
            <a:srgbClr val="1229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0020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4A"/>
                </a:solidFill>
              </a:rPr>
              <a:t>Review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8A"/>
                </a:solidFill>
              </a:rPr>
              <a:t>Design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Problem statement, ER model, relational schema and 3NF mapping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822960" cy="822960"/>
          </a:xfrm>
          <a:prstGeom prst="ellipse">
            <a:avLst/>
          </a:prstGeom>
          <a:solidFill>
            <a:srgbClr val="1F3A8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4A"/>
                </a:solidFill>
              </a:rPr>
              <a:t>Review 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8A"/>
                </a:solidFill>
              </a:rPr>
              <a:t>Database + Terminal Prototype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3NF tables, DDL with constraints, sample data, SQL queries and a Python terminal prototype built in VS Code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9480" y="1463040"/>
            <a:ext cx="822960" cy="822960"/>
          </a:xfrm>
          <a:prstGeom prst="ellipse">
            <a:avLst/>
          </a:prstGeom>
          <a:solidFill>
            <a:srgbClr val="A07A3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694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4A"/>
                </a:solidFill>
              </a:rPr>
              <a:t>Review 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07A3A"/>
                </a:solidFill>
              </a:rPr>
              <a:t>Website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AutoCore VSC web interface, final demonstration, report and viva-voce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AutoCore VSC: The Website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0624" y="1060704"/>
            <a:ext cx="5376672" cy="249761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w/webc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24244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97280"/>
            <a:ext cx="2651760" cy="96012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097280"/>
            <a:ext cx="64008" cy="96012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170432"/>
            <a:ext cx="2377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AutoCore VSC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Web interface for the Vehicle Service Centre database, opened in a browser.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265176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2148840"/>
            <a:ext cx="64008" cy="1051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221992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Where it runs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Locally at 127.0.0.1:5000 and shared online through the public link on the next line.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329184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329184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336499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Seven pages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Dashboard, Customers, Vehicles, Bookings, Job Cards, Inventory, Billing.</a:t>
            </a:r>
            <a:endParaRPr lang="en-US" sz="1200" dirty="0"/>
          </a:p>
        </p:txBody>
      </p:sp>
      <p:sp>
        <p:nvSpPr>
          <p:cNvPr id="14" name="Text 11">
            <a:hlinkClick r:id="rId2" tooltip=""/>
          </p:cNvPr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F3A8A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https://89cfa03d00e924.lhr.life/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Dashboard: Command Center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0624" y="1060704"/>
            <a:ext cx="5376672" cy="249761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w/webc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24244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9728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09728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17043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Live summary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Four cards: Customers 3, Active Jobs 1, Total Revenue Rs. 885 and Low Stock Parts 1.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219456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2194560"/>
            <a:ext cx="64008" cy="100584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26771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Mechanic workload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Bar chart of tasks assigned to each mechanic (Imran Khan, Prakash).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329184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329184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336499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Quick actions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New Service Booking, Register Customer and Check Inventory in one click.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Screenshot of the AutoCore VSC website running at 127.0.0.1:5000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Customers Page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0624" y="1060704"/>
            <a:ext cx="5376672" cy="3103735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w/webc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30305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9728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09728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17043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Customer list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ID, name, phone, email and address of every registered customer.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219456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2194560"/>
            <a:ext cx="64008" cy="100584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26771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Add Customer form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Name, phone, email and address saved to the database with one button.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Screenshot of the AutoCore VSC website running at 127.0.0.1:5000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Job Cards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0624" y="1060704"/>
            <a:ext cx="5376672" cy="17020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w/webc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16289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9728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09728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17043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Job card table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Job card ID, booking ID, registration number, date in and date out.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219456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2194560"/>
            <a:ext cx="64008" cy="100584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26771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Status badges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In Progress for the open job (date out shows Ongoing) and Closed for the finished one.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329184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329184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336499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View action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Each row has a View button to open the job card details.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Screenshot of the AutoCore VSC website running at 127.0.0.1:5000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Spare Parts Inventory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0624" y="1060704"/>
            <a:ext cx="537667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w/webc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9728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09728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17043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Stock at a glance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Part, unit price in Rs., stock quantity with a level bar, and the reorder level.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219456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2194560"/>
            <a:ext cx="64008" cy="100584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26771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Low-stock warning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Brake Pad Set shows Low Stock (2 left, reorder level 5); the others show In Stock.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329184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329184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336499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Add New Spare Part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Form for part name, unit price, stock quantity and reorder level (default 5).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Screenshot of the AutoCore VSC website running at 127.0.0.1:5000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Billing &amp; Invoices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0624" y="1060704"/>
            <a:ext cx="5376672" cy="2043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w/webc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196987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9728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09728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17043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Invoice details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Invoice, job card, vehicle, customer, labor, parts and net amount.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219456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2194560"/>
            <a:ext cx="64008" cy="100584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26771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Sample invoice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Invoice 1 for job card 2: labor Rs. 300 + parts Rs. 450 + 18% GST = Rs. 885.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3291840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3291840"/>
            <a:ext cx="64008" cy="1005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336499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Payment status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Shown as a Paid badge; this amount feeds the dashboard revenue.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Screenshot of the AutoCore VSC website running at 127.0.0.1:5000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Using the Website: End-to-End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234440" cy="822960"/>
          </a:xfrm>
          <a:prstGeom prst="chevron">
            <a:avLst/>
          </a:prstGeom>
          <a:solidFill>
            <a:srgbClr val="122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Register customer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36776" y="1371600"/>
            <a:ext cx="1234440" cy="822960"/>
          </a:xfrm>
          <a:prstGeom prst="chevron">
            <a:avLst/>
          </a:prstGeom>
          <a:solidFill>
            <a:srgbClr val="122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93976" y="1371600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Vehicles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682496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Add vehicle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16352" y="1371600"/>
            <a:ext cx="1234440" cy="822960"/>
          </a:xfrm>
          <a:prstGeom prst="chevron">
            <a:avLst/>
          </a:prstGeom>
          <a:solidFill>
            <a:srgbClr val="122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3552" y="1371600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Bookings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862072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Book a slot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95928" y="1371600"/>
            <a:ext cx="1234440" cy="822960"/>
          </a:xfrm>
          <a:prstGeom prst="chevron">
            <a:avLst/>
          </a:prstGeom>
          <a:solidFill>
            <a:srgbClr val="A07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53128" y="1371600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Job Cards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041648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Open and track job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75504" y="1371600"/>
            <a:ext cx="1234440" cy="822960"/>
          </a:xfrm>
          <a:prstGeom prst="chevron">
            <a:avLst/>
          </a:prstGeom>
          <a:solidFill>
            <a:srgbClr val="A07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32704" y="1371600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Inventory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Check and issue parts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55080" y="1371600"/>
            <a:ext cx="1234440" cy="822960"/>
          </a:xfrm>
          <a:prstGeom prst="chevron">
            <a:avLst/>
          </a:prstGeom>
          <a:solidFill>
            <a:srgbClr val="122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1371600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Billing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Invoice and payment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34656" y="1371600"/>
            <a:ext cx="1234440" cy="822960"/>
          </a:xfrm>
          <a:prstGeom prst="chevron">
            <a:avLst/>
          </a:prstGeom>
          <a:solidFill>
            <a:srgbClr val="122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91856" y="1371600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580376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Revenue and workload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4023360" cy="118872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00400"/>
            <a:ext cx="64008" cy="118872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273552"/>
            <a:ext cx="3749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Sidebar navigation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Every step is one click away in the left sidebar, so a service advisor can follow a vehicle from booking to invoice.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200400"/>
            <a:ext cx="4023360" cy="118872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200400"/>
            <a:ext cx="64008" cy="118872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3273552"/>
            <a:ext cx="3749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Sample scenario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Customer Ravi Kumar, vehicles TS09AB1234 and TS10EF9012, job cards 1 and 2, invoice paid at Rs. 885.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Architecture: Website and Review 2 Prototype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194560" cy="3108960"/>
          </a:xfrm>
          <a:prstGeom prst="rect">
            <a:avLst/>
          </a:prstGeom>
          <a:solidFill>
            <a:srgbClr val="F4F6F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61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4A"/>
                </a:solidFill>
              </a:rPr>
              <a:t>Users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1920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2294A"/>
                </a:solidFill>
              </a:rPr>
              <a:t>Service Advisor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2294A"/>
                </a:solidFill>
              </a:rPr>
              <a:t>Service Mechanic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2294A"/>
                </a:solidFill>
              </a:rPr>
              <a:t>Inventory Controller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2294A"/>
                </a:solidFill>
              </a:rPr>
              <a:t>Workshop Manager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377440" cy="146304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61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AutoCore VSC website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554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Review 3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Browser interface, 7 pages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2743200"/>
            <a:ext cx="2377440" cy="1463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Terminal prototype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Review 2 (VS Code)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Python menu application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097280"/>
            <a:ext cx="2194560" cy="3108960"/>
          </a:xfrm>
          <a:prstGeom prst="rect">
            <a:avLst/>
          </a:prstGeom>
          <a:solidFill>
            <a:srgbClr val="F4F6F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161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94A"/>
                </a:solidFill>
              </a:rPr>
              <a:t>Database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1554480"/>
            <a:ext cx="1920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2294A"/>
                </a:solidFill>
              </a:rPr>
              <a:t>10 tables in 3NF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2294A"/>
                </a:solidFill>
              </a:rPr>
              <a:t>Keys and CHECK constraints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2294A"/>
                </a:solidFill>
              </a:rPr>
              <a:t>3 triggers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2294A"/>
                </a:solidFill>
              </a:rPr>
              <a:t>Design from Review 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97480" y="1828800"/>
            <a:ext cx="640080" cy="0"/>
          </a:xfrm>
          <a:prstGeom prst="line">
            <a:avLst/>
          </a:prstGeom>
          <a:noFill/>
          <a:ln w="31750">
            <a:solidFill>
              <a:srgbClr val="A07A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97480" y="3474720"/>
            <a:ext cx="640080" cy="0"/>
          </a:xfrm>
          <a:prstGeom prst="line">
            <a:avLst/>
          </a:prstGeom>
          <a:noFill/>
          <a:ln w="31750">
            <a:solidFill>
              <a:srgbClr val="A07A3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6440" y="1828800"/>
            <a:ext cx="640080" cy="0"/>
          </a:xfrm>
          <a:prstGeom prst="line">
            <a:avLst/>
          </a:prstGeom>
          <a:noFill/>
          <a:ln w="31750">
            <a:solidFill>
              <a:srgbClr val="A07A3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06440" y="3474720"/>
            <a:ext cx="640080" cy="0"/>
          </a:xfrm>
          <a:prstGeom prst="line">
            <a:avLst/>
          </a:prstGeom>
          <a:noFill/>
          <a:ln w="31750">
            <a:solidFill>
              <a:srgbClr val="A07A3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Business Rules Enforced by the Database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09728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C58A"/>
                </a:solidFill>
              </a:rPr>
              <a:t>10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1430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Tables in 3NF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09728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430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C58A"/>
                </a:solidFill>
              </a:rPr>
              <a:t>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1430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Triggers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09728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430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C58A"/>
                </a:solidFill>
              </a:rPr>
              <a:t>4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1430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Constraint types: PK/FK, UNIQUE, CHECK, NOT NULL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651760" cy="173736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68880"/>
            <a:ext cx="64008" cy="173736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542032"/>
            <a:ext cx="23774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trg_no_overlap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Before an Assignment insert, rejects a mechanic booked in an overlapping time slot.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468880"/>
            <a:ext cx="2651760" cy="173736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468880"/>
            <a:ext cx="64008" cy="173736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542032"/>
            <a:ext cx="23774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trg_check_stock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Before a Part_Usage insert, aborts with "Insufficient stock" if quantity exceeds stock.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468880"/>
            <a:ext cx="2651760" cy="173736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468880"/>
            <a:ext cx="64008" cy="173736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542032"/>
            <a:ext cx="23774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8A"/>
                </a:solidFill>
              </a:rPr>
              <a:t>trg_deduct_stock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After a Part_Usage insert, reduces Spare_Part.StockQty by the quantity issued.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</a:rPr>
              <a:t>Rules live in the database, so every route into the data obeys them.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Testing &amp; Results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566160"/>
                <a:gridCol w="310896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BEHAVIOUR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Duplicate booking, same vehicle and slot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Rejected by UNIQUE constraint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7F3B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Overlapping task for the same mechanic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Blocked by trg_no_overlap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7F3B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Issue 5 brake pad sets (stock is 3)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Blocked by trg_check_stock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7F3B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Issue 1 brake pad set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Allowed, stock falls from 3 to 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7F3B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Invoice for job card 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(1100 + 3600) x 1.18 = 5546.00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7F3B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Low-stock report after usage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Brake Pad Set (2 left, level 5)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7F3B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Tests were run on the database and Review 2 terminal prototype using the sample scenario.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Conclusion &amp; Future Scope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8A"/>
                </a:solidFill>
              </a:rPr>
              <a:t>Achievements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Designed and normalized the database to 3NF (Reviews 1 and 2)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Built and tested a terminal prototype in VS Code (Review 2)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Built the AutoCore VSC website with dashboard, customers, vehicles, bookings, job cards, inventory and billing (Review 3)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Business rules enforced inside the database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663440" y="1051560"/>
            <a:ext cx="4023360" cy="3291840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8A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5087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Permanent hosting of the website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Role-based login for the four user roles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SMS or email service reminders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Online payment integration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Deployment on MySQL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3C58A"/>
                </a:solidFill>
              </a:rPr>
              <a:t>Questions &amp; Viva-Voce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E3C5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ER Modeling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310896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E3C5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3NF Normalization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310896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E3C5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Constraints &amp; Triggers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310896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E3C5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SQL Queries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310896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E3C5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AutoCore VSC Website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2026-10-10T12:39:26Z</dcterms:created>
  <dcterms:modified xsi:type="dcterms:W3CDTF">2026-10-10T12:39:26Z</dcterms:modified>
</cp:coreProperties>
</file>